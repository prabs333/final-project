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72" r:id="rId5"/>
    <p:sldId id="260" r:id="rId6"/>
    <p:sldId id="261" r:id="rId7"/>
    <p:sldId id="271" r:id="rId8"/>
    <p:sldId id="259" r:id="rId9"/>
    <p:sldId id="262" r:id="rId10"/>
    <p:sldId id="267" r:id="rId11"/>
    <p:sldId id="268" r:id="rId12"/>
    <p:sldId id="264" r:id="rId13"/>
    <p:sldId id="270" r:id="rId14"/>
    <p:sldId id="269" r:id="rId15"/>
    <p:sldId id="265" r:id="rId16"/>
    <p:sldId id="26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4181D57-47AE-47A7-893C-DE1EA19FD42A}" type="datetimeFigureOut">
              <a:rPr lang="en-US" smtClean="0"/>
              <a:t>8/17/2024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2939EF-AC5E-4B4D-B4B5-D0F2737332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4181D57-47AE-47A7-893C-DE1EA19FD42A}" type="datetimeFigureOut">
              <a:rPr lang="en-US" smtClean="0"/>
              <a:t>8/17/2024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2939EF-AC5E-4B4D-B4B5-D0F2737332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4181D57-47AE-47A7-893C-DE1EA19FD42A}" type="datetimeFigureOut">
              <a:rPr lang="en-US" smtClean="0"/>
              <a:t>8/17/2024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2939EF-AC5E-4B4D-B4B5-D0F2737332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4181D57-47AE-47A7-893C-DE1EA19FD42A}" type="datetimeFigureOut">
              <a:rPr lang="en-US" smtClean="0"/>
              <a:t>8/17/2024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2939EF-AC5E-4B4D-B4B5-D0F2737332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4181D57-47AE-47A7-893C-DE1EA19FD42A}" type="datetimeFigureOut">
              <a:rPr lang="en-US" smtClean="0"/>
              <a:t>8/17/2024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2939EF-AC5E-4B4D-B4B5-D0F2737332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4181D57-47AE-47A7-893C-DE1EA19FD42A}" type="datetimeFigureOut">
              <a:rPr lang="en-US" smtClean="0"/>
              <a:t>8/17/2024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2939EF-AC5E-4B4D-B4B5-D0F2737332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4181D57-47AE-47A7-893C-DE1EA19FD42A}" type="datetimeFigureOut">
              <a:rPr lang="en-US" smtClean="0"/>
              <a:t>8/17/2024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2939EF-AC5E-4B4D-B4B5-D0F2737332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4181D57-47AE-47A7-893C-DE1EA19FD42A}" type="datetimeFigureOut">
              <a:rPr lang="en-US" smtClean="0"/>
              <a:t>8/17/2024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2939EF-AC5E-4B4D-B4B5-D0F2737332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4181D57-47AE-47A7-893C-DE1EA19FD42A}" type="datetimeFigureOut">
              <a:rPr lang="en-US" smtClean="0"/>
              <a:t>8/17/2024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2939EF-AC5E-4B4D-B4B5-D0F2737332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4181D57-47AE-47A7-893C-DE1EA19FD42A}" type="datetimeFigureOut">
              <a:rPr lang="en-US" smtClean="0"/>
              <a:t>8/17/2024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2939EF-AC5E-4B4D-B4B5-D0F2737332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4181D57-47AE-47A7-893C-DE1EA19FD42A}" type="datetimeFigureOut">
              <a:rPr lang="en-US" smtClean="0"/>
              <a:t>8/17/2024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2939EF-AC5E-4B4D-B4B5-D0F2737332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54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34247" y="326572"/>
            <a:ext cx="88424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2570" y="1835353"/>
            <a:ext cx="1051722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7481" y="86944"/>
            <a:ext cx="1453593" cy="165499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43" y="350236"/>
            <a:ext cx="1346072" cy="1128409"/>
          </a:xfrm>
          <a:prstGeom prst="rect">
            <a:avLst/>
          </a:prstGeom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on Crop Recommendation System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By </a:t>
            </a:r>
          </a:p>
          <a:p>
            <a:r>
              <a:rPr lang="en-US" dirty="0"/>
              <a:t>Sagar Chaudhary(37)</a:t>
            </a:r>
          </a:p>
          <a:p>
            <a:r>
              <a:rPr lang="en-US" dirty="0"/>
              <a:t>Prabisha Bajracharya(26)</a:t>
            </a:r>
          </a:p>
          <a:p>
            <a:r>
              <a:rPr lang="en-US" dirty="0" err="1"/>
              <a:t>Rojan</a:t>
            </a:r>
            <a:r>
              <a:rPr lang="en-US" dirty="0"/>
              <a:t> </a:t>
            </a:r>
            <a:r>
              <a:rPr lang="en-US" dirty="0" err="1"/>
              <a:t>Chitrakar</a:t>
            </a:r>
            <a:r>
              <a:rPr lang="en-US" dirty="0"/>
              <a:t>(33)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Introduction</a:t>
            </a:r>
          </a:p>
          <a:p>
            <a:r>
              <a:rPr lang="en-US"/>
              <a:t>Objectives</a:t>
            </a:r>
            <a:endParaRPr lang="en-US" dirty="0"/>
          </a:p>
          <a:p>
            <a:r>
              <a:rPr lang="en-US" dirty="0"/>
              <a:t>Algorithm used (Random Forest Classifier)</a:t>
            </a:r>
          </a:p>
          <a:p>
            <a:r>
              <a:rPr lang="en-US" dirty="0"/>
              <a:t>Feasibility</a:t>
            </a:r>
          </a:p>
          <a:p>
            <a:r>
              <a:rPr lang="en-US" dirty="0"/>
              <a:t>System Design</a:t>
            </a:r>
          </a:p>
          <a:p>
            <a:r>
              <a:rPr lang="en-US" dirty="0"/>
              <a:t>Flowchart</a:t>
            </a:r>
          </a:p>
          <a:p>
            <a:r>
              <a:rPr lang="en-US" dirty="0"/>
              <a:t>Tools used</a:t>
            </a:r>
          </a:p>
          <a:p>
            <a:r>
              <a:rPr lang="en-US" dirty="0"/>
              <a:t>Dataset</a:t>
            </a:r>
          </a:p>
          <a:p>
            <a:r>
              <a:rPr lang="en-US" dirty="0"/>
              <a:t>Expected Outcome</a:t>
            </a:r>
          </a:p>
          <a:p>
            <a:r>
              <a:rPr lang="en-US" dirty="0"/>
              <a:t>References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Crop Recommendation System is designed to assist farmers in selecting the most suitable crops based on specific environmental and soil characteristics.</a:t>
            </a:r>
          </a:p>
          <a:p>
            <a:r>
              <a:rPr lang="en-US" dirty="0"/>
              <a:t>Utilizes a Random Forest algorithm to analyze data such as soil pH, temperature, rainfall, and  N-P-K (Nitrogen, Phosphorous and Potassium)  for accurate recommendations.</a:t>
            </a:r>
          </a:p>
          <a:p>
            <a:r>
              <a:rPr lang="en-US" dirty="0"/>
              <a:t>Model is trained using the dataset from Kaggle.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326BF-46F2-61D1-33D3-AFF936B05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23B47-46AF-14A7-EB84-70063EF89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To obtain a better variety of crops that can be grown over the season.</a:t>
            </a:r>
            <a:endParaRPr lang="en-US" sz="2400" dirty="0">
              <a:effectLst/>
              <a:latin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To reduce the wrong choice on a crop by application of principles of precision agriculture.</a:t>
            </a:r>
            <a:endParaRPr lang="en-US" sz="2400" dirty="0">
              <a:effectLst/>
              <a:latin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To improve crop productivity by providing predictions of high accuracy and efficiency through the machine learning algorithm.</a:t>
            </a:r>
            <a:endParaRPr lang="en-US" sz="2400" dirty="0"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630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 Forest is a popular machine learning algorithm that belongs to the supervised learning technique. </a:t>
            </a:r>
          </a:p>
          <a:p>
            <a:r>
              <a:rPr lang="en-US" dirty="0"/>
              <a:t>Step 1: Select random samples from a given data or training set.</a:t>
            </a:r>
          </a:p>
          <a:p>
            <a:r>
              <a:rPr lang="en-US" dirty="0"/>
              <a:t>Step 2: This algorithm will construct a decision tree for every training data.</a:t>
            </a:r>
          </a:p>
          <a:p>
            <a:r>
              <a:rPr lang="en-US" dirty="0"/>
              <a:t>Step 3: Voting will take place by averaging the decision tree.</a:t>
            </a:r>
          </a:p>
          <a:p>
            <a:r>
              <a:rPr lang="en-US" dirty="0"/>
              <a:t>Step 4: Finally, select the most voted prediction result as the final prediction result.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 Algorithm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2832" y="2160270"/>
            <a:ext cx="6198983" cy="4351338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C6F31-9A1C-3E3D-CBD5-88B2EFA0B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F0479-8448-D458-CB69-5E62AED77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/>
              <a:t>It is technically feasible because 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A laptop with at least 8GB RAM, SSD (at least 256GB) and GPU and High Speed Internet.</a:t>
            </a:r>
            <a:endParaRPr lang="en-US" sz="2400" kern="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</a:rPr>
              <a:t>It is operationall</a:t>
            </a:r>
            <a:r>
              <a:rPr lang="en-US" dirty="0"/>
              <a:t>y feasible because it requires only few developers.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</a:rPr>
              <a:t>It is economically feasib</a:t>
            </a:r>
            <a:r>
              <a:rPr lang="en-US" dirty="0"/>
              <a:t>le because the use of open source like python, flask.</a:t>
            </a:r>
            <a:endParaRPr lang="en-US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110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Design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Part						Second Part</a:t>
            </a:r>
          </a:p>
        </p:txBody>
      </p:sp>
      <p:pic>
        <p:nvPicPr>
          <p:cNvPr id="8" name="Content Placeholder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35" y="2648745"/>
            <a:ext cx="4754183" cy="36385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3992" y="2623094"/>
            <a:ext cx="4409659" cy="37468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Flowchart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0310" y="457200"/>
            <a:ext cx="5209466" cy="6286499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715E9-5F98-A18E-50AB-505C56C38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65554-6E77-FDFC-9905-CCA0488D3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Front End</a:t>
            </a:r>
          </a:p>
          <a:p>
            <a:pPr lvl="1"/>
            <a:r>
              <a:rPr lang="en-US" dirty="0"/>
              <a:t>HTML, CSS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125" y="2825305"/>
            <a:ext cx="3919766" cy="2639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091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715E9-5F98-A18E-50AB-505C56C38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65554-6E77-FDFC-9905-CCA0488D3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Back End</a:t>
            </a:r>
          </a:p>
          <a:p>
            <a:pPr lvl="1"/>
            <a:r>
              <a:rPr lang="en-US" dirty="0"/>
              <a:t>Python, Flask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6A4C23-F271-9C17-9FED-59206DF8C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964" y="3152775"/>
            <a:ext cx="6062662" cy="240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947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 is taken from Kaggle</a:t>
            </a:r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209" y="2605891"/>
            <a:ext cx="6361789" cy="26090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DBE977-D7BC-ACEA-BC5F-26B43ACD1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3637" y="3091731"/>
            <a:ext cx="3934374" cy="183858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68080-C792-1654-A8E3-162215496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1D2FE-4412-75E8-B40A-997C2CCDC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fully functional web app developed using </a:t>
            </a:r>
            <a:r>
              <a:rPr lang="en-US" dirty="0" err="1"/>
              <a:t>html,css</a:t>
            </a:r>
            <a:r>
              <a:rPr lang="en-US" dirty="0"/>
              <a:t>, python and flask.</a:t>
            </a:r>
          </a:p>
          <a:p>
            <a:r>
              <a:rPr lang="en-US" dirty="0"/>
              <a:t>Recommend the crop to user based on the input of the user.</a:t>
            </a:r>
          </a:p>
          <a:p>
            <a:r>
              <a:rPr lang="en-US" sz="2800" kern="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Reduction in crop failure rates by considering factors such as soil type, climate.</a:t>
            </a:r>
            <a:endParaRPr lang="en-US" sz="2400" dirty="0"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715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0CAD4-E208-182A-A53C-708076410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D3CC203-188E-71AD-C3B8-8CD580FF7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334" y="1795010"/>
            <a:ext cx="8430069" cy="4429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117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7210" y="1695689"/>
            <a:ext cx="5617580" cy="421318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0080" y="2168651"/>
            <a:ext cx="5222240" cy="34894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bysagar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F5496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themebysagar</Template>
  <TotalTime>63</TotalTime>
  <Words>372</Words>
  <Application>Microsoft Office PowerPoint</Application>
  <PresentationFormat>Widescreen</PresentationFormat>
  <Paragraphs>52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Symbol</vt:lpstr>
      <vt:lpstr>Times New Roman</vt:lpstr>
      <vt:lpstr>themebysagar</vt:lpstr>
      <vt:lpstr>Presentation on Crop Recommendation System </vt:lpstr>
      <vt:lpstr>Table of Contents</vt:lpstr>
      <vt:lpstr>Introduction</vt:lpstr>
      <vt:lpstr>Objective</vt:lpstr>
      <vt:lpstr>Random Forest Algorithm</vt:lpstr>
      <vt:lpstr>Random Forest Algorithm</vt:lpstr>
      <vt:lpstr>Feasibility</vt:lpstr>
      <vt:lpstr>System Design</vt:lpstr>
      <vt:lpstr>Flowchart</vt:lpstr>
      <vt:lpstr>Tools used</vt:lpstr>
      <vt:lpstr>Tools used</vt:lpstr>
      <vt:lpstr>Dataset</vt:lpstr>
      <vt:lpstr>Expected Outcome</vt:lpstr>
      <vt:lpstr>References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sagar chaudhary</dc:creator>
  <cp:lastModifiedBy>prabisha bajracharya</cp:lastModifiedBy>
  <cp:revision>12</cp:revision>
  <dcterms:created xsi:type="dcterms:W3CDTF">2024-08-16T12:52:00Z</dcterms:created>
  <dcterms:modified xsi:type="dcterms:W3CDTF">2024-08-17T03:26:55Z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5A67DB9FE4EA4FD7A56E1353507BDF37_12</vt:lpwstr>
  </property>
  <property fmtid="{D5CDD505-2E9C-101B-9397-08002B2CF9AE}" pid="3" name="KSOProductBuildVer">
    <vt:lpwstr>1033-12.2.0.17562</vt:lpwstr>
  </property>
</Properties>
</file>